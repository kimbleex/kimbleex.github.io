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9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24EE6-DD58-714F-ABA5-466C9C7CD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309560-6D1A-FB3A-F14B-4FBF8EF33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962EC6-A42E-0A12-AC81-60EB59C6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953D4B-9527-CFBE-8DB3-5E432607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711FAE-0DDA-C4B2-4142-F01BFB1F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391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4CEAB1-B7C1-68BD-81EC-3FDA70644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14003-A2C3-F267-348D-A628D8592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6B0D5-2C20-C161-D9A4-7BE06141B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E3B51-A6A5-5EDF-371B-5FA9CDBC2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164674-C904-387C-9E11-9D023F3D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37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F2E8E-A11B-5971-F056-536245329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A8E0B-C80E-3F00-2375-9DAE71010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B37BB-ED8F-C179-0BA0-24042F501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4417B8-F057-2D2F-54C9-5D705426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0EC86-E89E-9C01-619B-2B778F0D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769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31D8A-EBBC-41FB-4701-C174CAC91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FAC855-24DF-5144-6561-96BBBEF0F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BBD148-2687-37E5-BFBB-4AC9F2E3E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A15CB9-1A8E-D2D0-E1F9-4EF8C5A0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3F74DB-480C-B3AF-5B1E-7F57974D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3D482D-7C8E-AC9C-E96A-BA46BD4C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72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D1D3C-9E49-E93E-C308-4B90E4067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6E668F-428A-C4C3-FF70-8A444C18E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63F8F0-E484-CFD8-2EB7-02ACF0388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C5640E-3C6E-566B-9219-D97AE69B7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4E64ED-80B7-9CAB-BE19-B3DC89C9B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5599AC-74CF-059B-3969-66477C03C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D20815-AAC7-2BA7-3C06-DF58406B6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97AFB9-C716-4CD9-AFF4-5052E8A7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50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4B17C-A548-74F4-50BB-2D33F1A09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22035AF-0843-334F-5CC2-CD459188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8835F1-8664-2621-E53E-3D88ACE6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01EBA4-7132-5BE0-9796-30BC9646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635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43A58C-E7E5-D224-8A04-F720A54EA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3B2790-2B8A-E875-9D2B-B5396587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4A6A74-412F-D1C4-CE0C-29B0CE7B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243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6A363-EA04-E73B-BAAF-EAB73B23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749A5-EE93-7D08-683D-D1B1D97D4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6BE004-92E2-09C8-9BA4-3253C698D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14A3A1-757B-7227-A829-249A1063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7FDF93-4DE0-4538-3E74-C7440BC9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BFED17-BE5B-CBB0-9A6D-F6CCA2FB3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771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2E99A-4E6F-0626-0C30-81C5B8F4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BB7E12-C874-35E3-53B8-9B74FD6AE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795678-8E93-E9A9-C94F-E225D626E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1A3817-01AD-1A5D-7E90-94C3E73C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D989F6-3081-4932-097F-AFA5ED21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1BFEF-FC47-A08F-2C32-A3C19B1D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8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A932B-AA4E-679E-4991-4A7C694D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107C83-7687-EDFA-F480-B91AAF002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A07C0-299C-FFA5-C383-FAD71498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DFB7D-E8C0-11DB-002D-56C8C602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E6DAE-F83E-0D13-AD88-3078A8D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616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F83A69-1960-9386-7DBC-A6E2CC86D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4BA8A1-C828-3614-67FA-3E0C68869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AB09C-79F6-011D-FC20-1E272995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75F97-90D8-A51F-3819-E153F454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334804-5E58-821A-C7B5-C96D8B78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227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B58CC8-2705-9CC9-5A3D-54845AF3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29DAF-FFE3-4A0A-E1BC-D3414B291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63C272-2D3C-1088-60C8-271794FA63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300A3-DCAD-4543-9059-2446441656B0}" type="datetimeFigureOut">
              <a:rPr lang="zh-CN" altLang="en-US" smtClean="0"/>
              <a:t>2024/10/12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EC2D9-E2D5-5491-F72E-70A974A3C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E5EB0-A916-DECA-14EA-FB306C7CF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83F43D-4519-46B5-9BBE-653850AC1B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20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EA735005-066D-4D72-4B62-D8B95EDADC37}"/>
              </a:ext>
            </a:extLst>
          </p:cNvPr>
          <p:cNvGrpSpPr/>
          <p:nvPr/>
        </p:nvGrpSpPr>
        <p:grpSpPr>
          <a:xfrm>
            <a:off x="1158240" y="2476500"/>
            <a:ext cx="6530340" cy="1747037"/>
            <a:chOff x="1158240" y="2996550"/>
            <a:chExt cx="5769033" cy="1226987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CBAEF09-30D2-54FD-7681-2193A4D59938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40" y="3429000"/>
              <a:ext cx="5769033" cy="0"/>
            </a:xfrm>
            <a:prstGeom prst="line">
              <a:avLst/>
            </a:prstGeom>
            <a:ln w="635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0A024A7-3290-8B97-F7A4-804ABF56F498}"/>
                </a:ext>
              </a:extLst>
            </p:cNvPr>
            <p:cNvCxnSpPr>
              <a:cxnSpLocks/>
            </p:cNvCxnSpPr>
            <p:nvPr/>
          </p:nvCxnSpPr>
          <p:spPr>
            <a:xfrm>
              <a:off x="1865745" y="3429000"/>
              <a:ext cx="0" cy="376382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D08D3FA-842F-3575-DD54-98FF0B48DFED}"/>
                </a:ext>
              </a:extLst>
            </p:cNvPr>
            <p:cNvCxnSpPr>
              <a:cxnSpLocks/>
            </p:cNvCxnSpPr>
            <p:nvPr/>
          </p:nvCxnSpPr>
          <p:spPr>
            <a:xfrm>
              <a:off x="4946073" y="3429000"/>
              <a:ext cx="0" cy="376382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005E9DF0-503E-2AA7-3365-27D4D06783B8}"/>
                </a:ext>
              </a:extLst>
            </p:cNvPr>
            <p:cNvCxnSpPr>
              <a:cxnSpLocks/>
            </p:cNvCxnSpPr>
            <p:nvPr/>
          </p:nvCxnSpPr>
          <p:spPr>
            <a:xfrm>
              <a:off x="3999345" y="3429000"/>
              <a:ext cx="0" cy="376382"/>
            </a:xfrm>
            <a:prstGeom prst="line">
              <a:avLst/>
            </a:prstGeom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69FF2ED-7C66-4762-61A6-EC3C83414DCC}"/>
                </a:ext>
              </a:extLst>
            </p:cNvPr>
            <p:cNvSpPr txBox="1"/>
            <p:nvPr/>
          </p:nvSpPr>
          <p:spPr>
            <a:xfrm>
              <a:off x="1528619" y="3700317"/>
              <a:ext cx="979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>
                      <a:lumMod val="65000"/>
                    </a:schemeClr>
                  </a:solidFill>
                  <a:latin typeface="Aharoni" panose="02010803020104030203" pitchFamily="2" charset="-79"/>
                  <a:ea typeface="ADLaM Display" panose="020F0502020204030204" pitchFamily="2" charset="0"/>
                  <a:cs typeface="Aharoni" panose="02010803020104030203" pitchFamily="2" charset="-79"/>
                </a:rPr>
                <a:t>2020</a:t>
              </a:r>
              <a:endParaRPr lang="zh-CN" altLang="en-US" sz="2800" dirty="0">
                <a:solidFill>
                  <a:schemeClr val="bg1">
                    <a:lumMod val="6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4F249CE-B771-02EF-FB09-E6A52E6D7EAC}"/>
                </a:ext>
              </a:extLst>
            </p:cNvPr>
            <p:cNvSpPr txBox="1"/>
            <p:nvPr/>
          </p:nvSpPr>
          <p:spPr>
            <a:xfrm>
              <a:off x="4585854" y="3773783"/>
              <a:ext cx="9790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6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Aharoni" panose="02010803020104030203" pitchFamily="2" charset="-79"/>
                </a:rPr>
                <a:t>现在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75E4E86-271C-1457-0EBE-21C97E64DE51}"/>
                </a:ext>
              </a:extLst>
            </p:cNvPr>
            <p:cNvSpPr txBox="1"/>
            <p:nvPr/>
          </p:nvSpPr>
          <p:spPr>
            <a:xfrm>
              <a:off x="3606800" y="3700317"/>
              <a:ext cx="9790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solidFill>
                    <a:schemeClr val="bg1">
                      <a:lumMod val="65000"/>
                    </a:schemeClr>
                  </a:solidFill>
                  <a:latin typeface="Aharoni" panose="02010803020104030203" pitchFamily="2" charset="-79"/>
                  <a:ea typeface="ADLaM Display" panose="020F0502020204030204" pitchFamily="2" charset="0"/>
                  <a:cs typeface="Aharoni" panose="02010803020104030203" pitchFamily="2" charset="-79"/>
                </a:rPr>
                <a:t>2024</a:t>
              </a:r>
              <a:endParaRPr lang="zh-CN" altLang="en-US" sz="2800" dirty="0">
                <a:solidFill>
                  <a:schemeClr val="bg1">
                    <a:lumMod val="6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642F81B-1391-C6DB-8F86-DE87018540A8}"/>
                </a:ext>
              </a:extLst>
            </p:cNvPr>
            <p:cNvSpPr/>
            <p:nvPr/>
          </p:nvSpPr>
          <p:spPr>
            <a:xfrm>
              <a:off x="1865745" y="3304098"/>
              <a:ext cx="2113395" cy="24916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62D14E42-6A3D-8462-1ABF-B7190684B002}"/>
                </a:ext>
              </a:extLst>
            </p:cNvPr>
            <p:cNvSpPr/>
            <p:nvPr/>
          </p:nvSpPr>
          <p:spPr>
            <a:xfrm>
              <a:off x="3999345" y="3304098"/>
              <a:ext cx="946729" cy="249168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B456157-DBB1-A081-3E37-C133CA8B92D6}"/>
                </a:ext>
              </a:extLst>
            </p:cNvPr>
            <p:cNvSpPr txBox="1"/>
            <p:nvPr/>
          </p:nvSpPr>
          <p:spPr>
            <a:xfrm>
              <a:off x="1756524" y="2996550"/>
              <a:ext cx="164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accent4">
                      <a:lumMod val="7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ZUFE</a:t>
              </a:r>
              <a:endParaRPr lang="zh-CN" altLang="en-US" sz="1600" b="1" dirty="0">
                <a:solidFill>
                  <a:schemeClr val="accent4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5CE58B2-BC35-77BC-38B3-3EB5778492C4}"/>
                </a:ext>
              </a:extLst>
            </p:cNvPr>
            <p:cNvSpPr txBox="1"/>
            <p:nvPr/>
          </p:nvSpPr>
          <p:spPr>
            <a:xfrm>
              <a:off x="3915293" y="2996550"/>
              <a:ext cx="16496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🐮🐎</a:t>
              </a:r>
              <a:endParaRPr lang="zh-CN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30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华文新魏</vt:lpstr>
      <vt:lpstr>Aharoni</vt:lpstr>
      <vt:lpstr>Arial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 Elric</dc:creator>
  <cp:lastModifiedBy>Tian Elric</cp:lastModifiedBy>
  <cp:revision>1</cp:revision>
  <dcterms:created xsi:type="dcterms:W3CDTF">2024-10-12T03:00:54Z</dcterms:created>
  <dcterms:modified xsi:type="dcterms:W3CDTF">2024-10-12T03:37:09Z</dcterms:modified>
</cp:coreProperties>
</file>